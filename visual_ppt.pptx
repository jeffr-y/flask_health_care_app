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12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44E24-F4D7-306F-547C-2EAFFCFA2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85DAB-7978-7E3C-BA09-A2D524B5C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33A1C-0C8C-D568-6B92-C6210695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F721-5B77-4C93-B9CA-BBC1F26037F4}" type="datetimeFigureOut">
              <a:rPr lang="en-NG" smtClean="0"/>
              <a:t>27/02/2026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4EA07-AB02-56C4-CDB8-3A2EBAE2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E20DF-F34B-9681-D0D9-BA7F89342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D6AE-9D8B-4F29-BD8D-031FFC58429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27653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4CAB-146F-ABB8-1DD1-E506330BD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EADB9-BEAB-6194-A06A-CF34C5F84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8D7A6-B113-9EBE-5148-4A7D15914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F721-5B77-4C93-B9CA-BBC1F26037F4}" type="datetimeFigureOut">
              <a:rPr lang="en-NG" smtClean="0"/>
              <a:t>27/02/2026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AEECD-1150-E67A-4E99-18C813AC5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FE222-7958-B6D8-83AB-A7DD309F7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D6AE-9D8B-4F29-BD8D-031FFC58429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49890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45108-B659-A16D-5D43-C5C61B480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2700D-1B10-DBB6-ADA0-1F976719C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563D6-6962-C649-61F4-53AC1B8E4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F721-5B77-4C93-B9CA-BBC1F26037F4}" type="datetimeFigureOut">
              <a:rPr lang="en-NG" smtClean="0"/>
              <a:t>27/02/2026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E47E4-436B-C49F-2C39-F87D0741F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A8AFD-22D0-E2F1-39C4-3A717E28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D6AE-9D8B-4F29-BD8D-031FFC58429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00465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AFDC-C7E7-38F6-C3BE-AB4D950AB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38E38-1DC3-D028-9C0E-3D6983577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5BF8E-727C-116B-F774-337686411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CBFCD-E516-028F-912B-D51D6664E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F721-5B77-4C93-B9CA-BBC1F26037F4}" type="datetimeFigureOut">
              <a:rPr lang="en-NG" smtClean="0"/>
              <a:t>27/02/2026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C9FBC-2DC2-E2AF-9B6F-A14941F20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2D27D-BE40-460A-24A6-614398DFD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D6AE-9D8B-4F29-BD8D-031FFC58429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7972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77A4-3C2D-06F1-91E3-88E371519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5F217-5C3D-0FB0-55EC-725C3E6D3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A491A-1B95-79EA-78B9-841858D2F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0462C2-79E7-67F7-CDD9-56BB616F1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67AA8-781C-B9E0-AD1A-C8630BC4CA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E14ECB-A299-01F9-335B-FA67F2A4D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F721-5B77-4C93-B9CA-BBC1F26037F4}" type="datetimeFigureOut">
              <a:rPr lang="en-NG" smtClean="0"/>
              <a:t>27/02/2026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DC58A9-4881-B0D4-0B23-12E5479D5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02D36C-E576-B5C2-DE41-6DC4D101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D6AE-9D8B-4F29-BD8D-031FFC58429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34305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C542-9C13-FBF6-E23A-E9E1A5528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A024BB-CB9C-3361-CD3E-0A5E0A61B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F721-5B77-4C93-B9CA-BBC1F26037F4}" type="datetimeFigureOut">
              <a:rPr lang="en-NG" smtClean="0"/>
              <a:t>27/02/2026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91D67D-5963-D7C5-3FA8-9DF38202E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F820A1-E0E0-19D9-2C45-1FEEFE7C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D6AE-9D8B-4F29-BD8D-031FFC58429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28124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87E3E6-6A08-6096-8B4A-CE9569955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F721-5B77-4C93-B9CA-BBC1F26037F4}" type="datetimeFigureOut">
              <a:rPr lang="en-NG" smtClean="0"/>
              <a:t>27/02/2026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3418B1-15E3-80F8-3220-48EC7E2E0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B5666-E1A3-9496-FFA0-C87A46409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D6AE-9D8B-4F29-BD8D-031FFC58429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16163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8E67C-BDAB-E586-2C83-17CD21621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09142-C533-3069-662A-C85D1F6D9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609AC-CA52-655C-4123-43A442C3C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F8915-C279-A2C5-72C0-48A9E6795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F721-5B77-4C93-B9CA-BBC1F26037F4}" type="datetimeFigureOut">
              <a:rPr lang="en-NG" smtClean="0"/>
              <a:t>27/02/2026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6D7AE-F4E3-B8FE-BE5A-85B271349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E1453-AAE8-C776-81F9-31A68D6F4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D6AE-9D8B-4F29-BD8D-031FFC58429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43803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5A45-F1FD-BBDE-9AFD-64B5990F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4B31D8-6522-061B-3FD9-86D1AE7A66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405BA-6079-7371-D697-66D379B38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5633D-E992-CA0C-C008-C3686063F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F721-5B77-4C93-B9CA-BBC1F26037F4}" type="datetimeFigureOut">
              <a:rPr lang="en-NG" smtClean="0"/>
              <a:t>27/02/2026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75C8F-A607-D4F1-5A16-CDB947F79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8249B-D768-0EBC-DA26-C15136255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D6AE-9D8B-4F29-BD8D-031FFC58429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479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23D7-65D9-110C-FE67-53370DA27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ECB0F1-8CB0-62C0-10BA-4758395EE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DD19E-D858-3CDA-4C4C-9A2C2574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F721-5B77-4C93-B9CA-BBC1F26037F4}" type="datetimeFigureOut">
              <a:rPr lang="en-NG" smtClean="0"/>
              <a:t>27/02/2026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21D62-29E6-5CE2-BF0F-F36C2555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B50AD-AF18-BAFD-5A93-DFB30D5E1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D6AE-9D8B-4F29-BD8D-031FFC58429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84663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21FC24-4F1B-E5A7-8BC0-2E37B8E439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F241E-C049-D9E5-8657-61A2C5FB0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52DE5-C9E5-0AAE-8EB3-79249C54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F721-5B77-4C93-B9CA-BBC1F26037F4}" type="datetimeFigureOut">
              <a:rPr lang="en-NG" smtClean="0"/>
              <a:t>27/02/2026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7EBC9-B208-BEBD-5A0E-4C1E2CB13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F2EAE-05A5-1D04-50DE-D9FA96B5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D6AE-9D8B-4F29-BD8D-031FFC58429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53815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89AD5-92B7-0CB4-261F-4414371F4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95F92-40D2-98C9-992B-B48EC915D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63DC6-4ADE-42A4-7EBE-E31E847A4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7F721-5B77-4C93-B9CA-BBC1F26037F4}" type="datetimeFigureOut">
              <a:rPr lang="en-NG" smtClean="0"/>
              <a:t>27/02/2026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40B9B-87E4-8A7A-03C2-7EA510239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B2FDF-F63A-A661-A830-6F26A058B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9CD6AE-9D8B-4F29-BD8D-031FFC58429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91208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69C96-B546-43E8-4BEC-C07755E8B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6600" dirty="0"/>
              <a:t>Flast_health_care_app_</a:t>
            </a:r>
            <a:br>
              <a:rPr lang="en-US" sz="6600" dirty="0"/>
            </a:br>
            <a:r>
              <a:rPr lang="en-US" sz="6600" dirty="0"/>
              <a:t>power_point_presentation</a:t>
            </a:r>
            <a:br>
              <a:rPr lang="en-NG" sz="4400" dirty="0"/>
            </a:br>
            <a:endParaRPr lang="en-NG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A7F2B-51BB-256C-93C4-3A1426A72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7038"/>
            <a:ext cx="9144000" cy="165576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3600" dirty="0"/>
              <a:t>Survey Tool Presentation for a Washington DC-based Company</a:t>
            </a:r>
          </a:p>
          <a:p>
            <a:pPr algn="r">
              <a:lnSpc>
                <a:spcPct val="100000"/>
              </a:lnSpc>
              <a:spcBef>
                <a:spcPts val="400"/>
              </a:spcBef>
            </a:pPr>
            <a:r>
              <a:rPr lang="en-US" sz="1600" dirty="0"/>
              <a:t>Presented by</a:t>
            </a:r>
          </a:p>
          <a:p>
            <a:pPr algn="r">
              <a:lnSpc>
                <a:spcPct val="100000"/>
              </a:lnSpc>
              <a:spcBef>
                <a:spcPts val="400"/>
              </a:spcBef>
            </a:pPr>
            <a:r>
              <a:rPr lang="en-US" sz="1600" dirty="0"/>
              <a:t>Jeffrey Nnamdi</a:t>
            </a:r>
          </a:p>
          <a:p>
            <a:pPr algn="r">
              <a:lnSpc>
                <a:spcPct val="100000"/>
              </a:lnSpc>
              <a:spcBef>
                <a:spcPts val="400"/>
              </a:spcBef>
            </a:pPr>
            <a:r>
              <a:rPr lang="en-US" sz="1600" dirty="0"/>
              <a:t>Feb. 27, 2026</a:t>
            </a:r>
            <a:endParaRPr lang="en-NG" sz="1600" dirty="0"/>
          </a:p>
        </p:txBody>
      </p:sp>
    </p:spTree>
    <p:extLst>
      <p:ext uri="{BB962C8B-B14F-4D97-AF65-F5344CB8AC3E}">
        <p14:creationId xmlns:p14="http://schemas.microsoft.com/office/powerpoint/2010/main" val="919619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F82E2-82E8-712F-3EBA-88B9148D9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672DF-DE99-33A5-69A6-841FD4AEC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599" y="5633765"/>
            <a:ext cx="3576485" cy="873612"/>
          </a:xfrm>
        </p:spPr>
        <p:txBody>
          <a:bodyPr anchor="ctr">
            <a:normAutofit/>
          </a:bodyPr>
          <a:lstStyle/>
          <a:p>
            <a:pPr algn="l"/>
            <a:r>
              <a:rPr lang="en-US" sz="2000" dirty="0" err="1">
                <a:solidFill>
                  <a:srgbClr val="FFFFFF"/>
                </a:solidFill>
              </a:rPr>
              <a:t>Flast_health</a:t>
            </a:r>
            <a:r>
              <a:rPr lang="en-US" sz="2000" dirty="0">
                <a:solidFill>
                  <a:srgbClr val="FFFFFF"/>
                </a:solidFill>
              </a:rPr>
              <a:t>)</a:t>
            </a:r>
            <a:r>
              <a:rPr lang="en-US" sz="2000" dirty="0" err="1">
                <a:solidFill>
                  <a:srgbClr val="FFFFFF"/>
                </a:solidFill>
              </a:rPr>
              <a:t>care_app_power_point_presentation</a:t>
            </a:r>
            <a:endParaRPr lang="en-NG" sz="20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9B97CC-4C8D-84F2-EAEA-73D6FC286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35" y="767182"/>
            <a:ext cx="11327549" cy="376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35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45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Flast_health_care_app_ power_point_presentation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Jeffrey Nnamdi</dc:creator>
  <cp:lastModifiedBy>Jeffrey Nnamdi</cp:lastModifiedBy>
  <cp:revision>2</cp:revision>
  <dcterms:created xsi:type="dcterms:W3CDTF">2026-02-27T16:30:13Z</dcterms:created>
  <dcterms:modified xsi:type="dcterms:W3CDTF">2026-02-27T16:40:37Z</dcterms:modified>
</cp:coreProperties>
</file>